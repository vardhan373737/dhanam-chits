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1F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457200"/>
            <a:ext cx="3657600" cy="3657600"/>
          </a:xfrm>
          <a:prstGeom prst="ellipse">
            <a:avLst/>
          </a:prstGeom>
          <a:solidFill>
            <a:srgbClr val="0E8B9C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4572000"/>
            <a:ext cx="2743200" cy="2743200"/>
          </a:xfrm>
          <a:prstGeom prst="ellipse">
            <a:avLst/>
          </a:prstGeom>
          <a:solidFill>
            <a:srgbClr val="0F9A5F">
              <a:alpha val="7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0"/>
            <a:ext cx="8229600" cy="1097280"/>
          </a:xfrm>
          <a:prstGeom prst="rect">
            <a:avLst/>
          </a:prstGeom>
          <a:noFill/>
          <a:ln/>
          <a:effectLst>
            <a:outerShdw sx="100000" sy="100000" kx="0" ky="0" algn="bl" rotWithShape="0" blurRad="101600" dist="38100" dir="2700000">
              <a:srgbClr val="000000">
                <a:alpha val="5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Reminder Report</a:t>
            </a:r>
            <a:endParaRPr lang="en-US" sz="5400" dirty="0"/>
          </a:p>
        </p:txBody>
      </p:sp>
      <p:sp>
        <p:nvSpPr>
          <p:cNvPr id="5" name="Shape 3"/>
          <p:cNvSpPr/>
          <p:nvPr/>
        </p:nvSpPr>
        <p:spPr>
          <a:xfrm>
            <a:off x="1828800" y="3291840"/>
            <a:ext cx="5486400" cy="914400"/>
          </a:xfrm>
          <a:prstGeom prst="roundRect">
            <a:avLst>
              <a:gd name="adj" fmla="val 15000"/>
            </a:avLst>
          </a:prstGeom>
          <a:solidFill>
            <a:srgbClr val="0E8B9C"/>
          </a:solidFill>
          <a:ln w="25400">
            <a:solidFill>
              <a:srgbClr val="0F9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0" y="338328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Total Reminders: 6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51F3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743200" cy="2560320"/>
          </a:xfrm>
          <a:prstGeom prst="roundRect">
            <a:avLst>
              <a:gd name="adj" fmla="val 4286"/>
            </a:avLst>
          </a:prstGeom>
          <a:solidFill>
            <a:srgbClr val="F8FAFB"/>
          </a:solidFill>
          <a:ln w="38100">
            <a:solidFill>
              <a:srgbClr val="0E8B9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5544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📊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2739"/>
                </a:solidFill>
              </a:rPr>
              <a:t>Total Reminders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56032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8B9C"/>
                </a:solidFill>
              </a:rPr>
              <a:t>6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337560" y="1371600"/>
            <a:ext cx="2743200" cy="2560320"/>
          </a:xfrm>
          <a:prstGeom prst="roundRect">
            <a:avLst>
              <a:gd name="adj" fmla="val 4286"/>
            </a:avLst>
          </a:prstGeom>
          <a:solidFill>
            <a:srgbClr val="F8FAFB"/>
          </a:solidFill>
          <a:ln w="38100">
            <a:solidFill>
              <a:srgbClr val="0F9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37560" y="15544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📅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520440" y="21031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2739"/>
                </a:solidFill>
              </a:rPr>
              <a:t>Generated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520440" y="256032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9A5F"/>
                </a:solidFill>
              </a:rPr>
              <a:t>9/5/2026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17920" y="1371600"/>
            <a:ext cx="2743200" cy="2560320"/>
          </a:xfrm>
          <a:prstGeom prst="roundRect">
            <a:avLst>
              <a:gd name="adj" fmla="val 4286"/>
            </a:avLst>
          </a:prstGeom>
          <a:solidFill>
            <a:srgbClr val="F8FAFB"/>
          </a:solidFill>
          <a:ln w="38100">
            <a:solidFill>
              <a:srgbClr val="0D6F8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0" y="15544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💰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6400800" y="21031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2739"/>
                </a:solidFill>
              </a:rPr>
              <a:t>Total Amount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0" y="256032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6F85"/>
                </a:solidFill>
              </a:rPr>
              <a:t>₹17,665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0" y="6217920"/>
            <a:ext cx="9144000" cy="640080"/>
          </a:xfrm>
          <a:prstGeom prst="rect">
            <a:avLst/>
          </a:prstGeom>
          <a:solidFill>
            <a:srgbClr val="E8F0F5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6263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8B9C"/>
                </a:solidFill>
              </a:rPr>
              <a:t>Premium Payment Management Solution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E8B9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Reminders - Page 1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5029200"/>
        </p:xfrm>
        <a:graphic>
          <a:graphicData uri="http://schemas.openxmlformats.org/drawingml/2006/table">
            <a:tbl>
              <a:tblPr/>
              <a:tblGrid>
                <a:gridCol w="2286000"/>
                <a:gridCol w="1828800"/>
                <a:gridCol w="1828800"/>
                <a:gridCol w="1828800"/>
              </a:tblGrid>
              <a:tr h="71845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User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8B9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Amount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8B9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8B9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Due Date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8B9C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2739"/>
                          </a:solidFill>
                        </a:rPr>
                        <a:t>harsha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02739"/>
                          </a:solidFill>
                        </a:rPr>
                        <a:t>₹555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B8304E"/>
                          </a:solidFill>
                        </a:rPr>
                        <a:t>Pending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2739"/>
                          </a:solidFill>
                        </a:rPr>
                        <a:t>23/4/2026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2739"/>
                          </a:solidFill>
                        </a:rPr>
                        <a:t>harsha / 9848499137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02739"/>
                          </a:solidFill>
                        </a:rPr>
                        <a:t>₹555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B8304E"/>
                          </a:solidFill>
                        </a:rPr>
                        <a:t>Pending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2739"/>
                          </a:solidFill>
                        </a:rPr>
                        <a:t>23/4/2026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2739"/>
                          </a:solidFill>
                        </a:rPr>
                        <a:t>harsha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02739"/>
                          </a:solidFill>
                        </a:rPr>
                        <a:t>₹5000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B8304E"/>
                          </a:solidFill>
                        </a:rPr>
                        <a:t>Pending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2739"/>
                          </a:solidFill>
                        </a:rPr>
                        <a:t>30/4/2026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2739"/>
                          </a:solidFill>
                        </a:rPr>
                        <a:t>harsha / 9848499137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02739"/>
                          </a:solidFill>
                        </a:rPr>
                        <a:t>₹6000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B8304E"/>
                          </a:solidFill>
                        </a:rPr>
                        <a:t>Pending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2739"/>
                          </a:solidFill>
                        </a:rPr>
                        <a:t>21/4/2026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2739"/>
                          </a:solidFill>
                        </a:rPr>
                        <a:t>harsha / 9848499137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02739"/>
                          </a:solidFill>
                        </a:rPr>
                        <a:t>₹555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B8304E"/>
                          </a:solidFill>
                        </a:rPr>
                        <a:t>Pending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2739"/>
                          </a:solidFill>
                        </a:rPr>
                        <a:t>23/4/2026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2739"/>
                          </a:solidFill>
                        </a:rPr>
                        <a:t>harsha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02739"/>
                          </a:solidFill>
                        </a:rPr>
                        <a:t>₹5000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B8304E"/>
                          </a:solidFill>
                        </a:rPr>
                        <a:t>Pending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2739"/>
                          </a:solidFill>
                        </a:rPr>
                        <a:t>30/4/2026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0" y="6309360"/>
            <a:ext cx="9144000" cy="548640"/>
          </a:xfrm>
          <a:prstGeom prst="rect">
            <a:avLst/>
          </a:prstGeom>
          <a:solidFill>
            <a:srgbClr val="E8F0F5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6355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96A81"/>
                </a:solidFill>
              </a:rPr>
              <a:t>Page 1 of 1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51F37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" y="-914400"/>
            <a:ext cx="4572000" cy="4572000"/>
          </a:xfrm>
          <a:prstGeom prst="ellipse">
            <a:avLst/>
          </a:prstGeom>
          <a:solidFill>
            <a:srgbClr val="0E8B9C">
              <a:alpha val="8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0" y="3657600"/>
            <a:ext cx="3657600" cy="3657600"/>
          </a:xfrm>
          <a:prstGeom prst="ellipse">
            <a:avLst/>
          </a:prstGeom>
          <a:solidFill>
            <a:srgbClr val="0F9A5F">
              <a:alpha val="8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457200" y="33832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F9A5F"/>
                </a:solidFill>
              </a:rPr>
              <a:t>Payment Reminder Report Completed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5029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E8F0F5"/>
                </a:solidFill>
              </a:rPr>
              <a:t>Dhanam Chits Dashboard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5669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0DDE6"/>
                </a:solidFill>
              </a:rPr>
              <a:t>Report Generated: 9/5/2026, 10:50:29 pm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2026-05-09T17:20:29Z</dcterms:created>
  <dcterms:modified xsi:type="dcterms:W3CDTF">2026-05-09T17:20:29Z</dcterms:modified>
</cp:coreProperties>
</file>